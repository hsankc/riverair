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ce21a80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0ce21a80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Hoş geldiniz. Online cohort'un açılışı - bu iki hafta boyunca ne yapacağımızı anlatacağım.</a:t>
            </a:r>
            <a:endParaRPr sz="900"/>
          </a:p>
        </p:txBody>
      </p:sp>
      <p:sp>
        <p:nvSpPr>
          <p:cNvPr id="55" name="Google Shape;55;g3f40ce21a80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0ce21a80_2_1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40ce21a80_2_1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67" name="Google Shape;67;g3f40ce21a80_2_1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af00d6e0_1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baf00d6e0_1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75" name="Google Shape;75;g3fbaf00d6e0_1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af00d6e0_1_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baf00d6e0_1_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83" name="Google Shape;83;g3fbaf00d6e0_1_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af00d6e0_1_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baf00d6e0_1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91" name="Google Shape;91;g3fbaf00d6e0_1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1509"/>
              </a:gs>
              <a:gs pos="42000">
                <a:srgbClr val="12090A"/>
              </a:gs>
              <a:gs pos="100000">
                <a:srgbClr val="07050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2428875" y="0"/>
            <a:ext cx="4286400" cy="2952900"/>
          </a:xfrm>
          <a:prstGeom prst="rect">
            <a:avLst/>
          </a:prstGeom>
          <a:gradFill>
            <a:gsLst>
              <a:gs pos="0">
                <a:srgbClr val="E8C87A">
                  <a:alpha val="20000"/>
                </a:srgbClr>
              </a:gs>
              <a:gs pos="70000">
                <a:srgbClr val="E8C87A">
                  <a:alpha val="0"/>
                </a:srgbClr>
              </a:gs>
              <a:gs pos="100000">
                <a:srgbClr val="E8C87A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"/>
            <a:ext cx="184148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571500" y="1768152"/>
            <a:ext cx="6131719" cy="15262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1149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6500"/>
              <a:buFont typeface="Georgia"/>
              <a:buNone/>
            </a:pP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PRO</a:t>
            </a:r>
            <a:r>
              <a:rPr b="1" lang="en" sz="6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HACKATHON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3638475"/>
            <a:ext cx="571500" cy="4763"/>
          </a:xfrm>
          <a:prstGeom prst="rect">
            <a:avLst/>
          </a:prstGeom>
          <a:gradFill>
            <a:gsLst>
              <a:gs pos="0">
                <a:srgbClr val="D9A94E"/>
              </a:gs>
              <a:gs pos="100000">
                <a:srgbClr val="D9A9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71500" y="4505325"/>
            <a:ext cx="3000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57777" y="4505325"/>
            <a:ext cx="15561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8A4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B08A45"/>
                </a:solidFill>
              </a:rPr>
              <a:t>19-20 September,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" sz="3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Solution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An agentic drone network where the aircraft is the business.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It reads the job board, takes the work it is rated for, flies it, and settles its own payment. No dispatcher, no invoice, no company in the middle.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customer pays in lira. The operator is paid in lira. In between, a Soroban escrow that releases only when the work is done.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What is different: the escrow reads its price feed inside the payout call, so it can refuse.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And the key that signs the flight record is the account that gets paid. The same 32 bytes.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PMF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14350" y="1085400"/>
            <a:ext cx="76866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Turkey builds world-class drones and puts almost none of them to everyday work.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Autonomy stops at the airframe. An aircraft can fly the pattern — it cannot take the job, prove it flew it, or get paid for it.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For the two-person operation already licensed under SHT-İHA1 and İHA2.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They quote in lira while their costs sit in dollars, and the escrow that would cover the gap is built for far larger contracts.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Revenue is a take rate, charged where the escrow releases.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Technical Workflow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514350" y="1085400"/>
            <a:ext cx="76866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1.  Cash in — SEP-10 sign-in, SEP-6 deposit. Real testnet USDC reaches the customer's own wallet.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2.  Post — priced in lira, a SEP-38 quote locks the rate, USDC moves into the escrow.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3.  Claim — the nearest rated aircraft takes it. The contract records the key that signed.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4.  Settle — complete() reads Reflector first. Stale or depegged, it aborts and the funds stay locked.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5.  Cash out — SEP-6 withdraw, lira over FAST.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Live on Stellar testnet. Every action links to stellar.expert.</a:t>
            </a:r>
            <a:endParaRPr sz="18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514350" y="1085400"/>
            <a:ext cx="7686600" cy="3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Finally, explain who is behind the project.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Highlight the skills and roles of your team members.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Add a small picture of the team.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Use a maximum of 3 lines for each member.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